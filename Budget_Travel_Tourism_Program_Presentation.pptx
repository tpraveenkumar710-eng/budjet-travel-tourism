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OGRAM_MASTER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Budget Travel Tourism Program — Source Code &amp; Architecture Presentation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64592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48CA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BUDGET TRAVEL TOURISM PROGRAM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 Architecture, Algorithm Implementation &amp; REST Server Blueprint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40233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Modules: React 19 Frontend • Express 5 REST API • Database Engine • Cost Calculation Engine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4937760"/>
            <a:ext cx="10698480" cy="36576"/>
          </a:xfrm>
          <a:prstGeom prst="rect">
            <a:avLst/>
          </a:prstGeom>
          <a:solidFill>
            <a:srgbClr val="00B4D8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8CAE4"/>
                </a:solidFill>
              </a:rPr>
              <a:t>01. CODEBASE STRUCTURE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Program Files &amp; Directory Map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607040" cy="1051560"/>
          </a:xfrm>
          <a:prstGeom prst="rect">
            <a:avLst/>
          </a:prstGeom>
          <a:solidFill>
            <a:srgbClr val="1C2541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6002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8CA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server/server.js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389120" y="1600200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2B788"/>
                </a:solidFill>
              </a:rPr>
              <a:t>Express 5 REST API Server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1965960"/>
            <a:ext cx="9875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Defines 10 HTTP endpoints (/api/destinations, /api/budget-calculator, /api/auth, /api/inquiries).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31520" y="2651760"/>
            <a:ext cx="10607040" cy="1051560"/>
          </a:xfrm>
          <a:prstGeom prst="rect">
            <a:avLst/>
          </a:prstGeom>
          <a:solidFill>
            <a:srgbClr val="1C2541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27889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8CA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server/database.js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389120" y="2788920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2B788"/>
                </a:solidFill>
              </a:rPr>
              <a:t>Database Access Layer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3154680"/>
            <a:ext cx="9875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Synchronous atomic JSON file database engine with auto-seeding logic.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3840480"/>
            <a:ext cx="10607040" cy="1051560"/>
          </a:xfrm>
          <a:prstGeom prst="rect">
            <a:avLst/>
          </a:prstGeom>
          <a:solidFill>
            <a:srgbClr val="1C2541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39776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8CA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src/services/api.js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389120" y="3977640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2B788"/>
                </a:solidFill>
              </a:rPr>
              <a:t>Frontend API Service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05840" y="4343400"/>
            <a:ext cx="9875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Asynchronous fetch API wrapper handling client-to-server requests &amp; fallback.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1520" y="5029200"/>
            <a:ext cx="10607040" cy="1051560"/>
          </a:xfrm>
          <a:prstGeom prst="rect">
            <a:avLst/>
          </a:prstGeom>
          <a:solidFill>
            <a:srgbClr val="1C2541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51663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8CA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src/pages/BudgetPlanner.jsx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389120" y="5166360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2B788"/>
                </a:solidFill>
              </a:rPr>
              <a:t>Budget Calculator Component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05840" y="5532120"/>
            <a:ext cx="9875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Interactive UI for trip inputs, real-time recalculations &amp; server synchronization.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8CAE4"/>
                </a:solidFill>
              </a:rPr>
              <a:t>02. CORE ALGORITHM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Budget Estimator Program Logic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607040" cy="4572000"/>
          </a:xfrm>
          <a:prstGeom prst="rect">
            <a:avLst/>
          </a:prstGeom>
          <a:solidFill>
            <a:srgbClr val="1C2541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6459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8CAE4"/>
                </a:solidFill>
              </a:rPr>
              <a:t>Program Logic in server/server.js: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05840" y="2011680"/>
            <a:ext cx="1005840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0E0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roomCount = Math.ceil(travelers / 2);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0E0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roomCost = baseExpenses.accommodation * (accommodationClass === 'mid' ? 2 : accommodationClass === 'premium' ? 4 : 1);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0E0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foodCost = baseExpenses.food * (diningStyle === 'casual' ? 1.8 : diningStyle === 'premium' ? 3.5 : 1);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0E0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transportCost = baseExpenses.transport * (transportMode === 'public' ? 0.5 : transportMode === 'cab' ? 3.0 : 1);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0E0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totalAccom = roomCost * roomCount * days;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0E0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totalFood = foodCost * travelers * days;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0E0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totalTransport = transportCost * travelers * days;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0E0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totalSightseeing = baseExpenses.sightseeing * travelers * days;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0E0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totalCost = totalAccom + totalFood + totalTransport + totalSightseeing;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0E0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costPerPerson = Math.round(totalCost / travelers);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8CAE4"/>
                </a:solidFill>
              </a:rPr>
              <a:t>03. DATA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JSON Database Schema &amp; Persistence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5120640" cy="2011680"/>
          </a:xfrm>
          <a:prstGeom prst="rect">
            <a:avLst/>
          </a:prstGeom>
          <a:solidFill>
            <a:srgbClr val="1C2541"/>
          </a:solidFill>
          <a:ln w="12700">
            <a:solidFill>
              <a:srgbClr val="48CA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4592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4D8"/>
                </a:solidFill>
              </a:rPr>
              <a:t>Destinations Collection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10312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id, name, state, category, budgetCategory, avgCostPerDay, expensesPerDay, topAttractions, image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1463040"/>
            <a:ext cx="5120640" cy="2011680"/>
          </a:xfrm>
          <a:prstGeom prst="rect">
            <a:avLst/>
          </a:prstGeom>
          <a:solidFill>
            <a:srgbClr val="1C2541"/>
          </a:solidFill>
          <a:ln w="12700">
            <a:solidFill>
              <a:srgbClr val="48CA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64592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4D8"/>
                </a:solidFill>
              </a:rPr>
              <a:t>Inquiries &amp; Bookings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0" y="210312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id, name, email, phone, destination, packageTitle, message, status, createdAt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3749040"/>
            <a:ext cx="5120640" cy="2011680"/>
          </a:xfrm>
          <a:prstGeom prst="rect">
            <a:avLst/>
          </a:prstGeom>
          <a:solidFill>
            <a:srgbClr val="1C2541"/>
          </a:solidFill>
          <a:ln w="12700">
            <a:solidFill>
              <a:srgbClr val="48CA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93192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4D8"/>
                </a:solidFill>
              </a:rPr>
              <a:t>Saved Trips (Calculations)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438912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id, destination, days, travelers, roomCount, accommodation, food, transport, total, perPerson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3749040"/>
            <a:ext cx="5120640" cy="2011680"/>
          </a:xfrm>
          <a:prstGeom prst="rect">
            <a:avLst/>
          </a:prstGeom>
          <a:solidFill>
            <a:srgbClr val="1C2541"/>
          </a:solidFill>
          <a:ln w="12700">
            <a:solidFill>
              <a:srgbClr val="48CAE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393192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4D8"/>
                </a:solidFill>
              </a:rPr>
              <a:t>User Accounts &amp; Reviews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00800" y="438912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users: { id, name, email, password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reviews: { id, userName, destination, rating, comment }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8CAE4"/>
                </a:solidFill>
              </a:rPr>
              <a:t>04. PROGRAM EXECUTION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Server REST API Route Registry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106070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286000"/>
                <a:gridCol w="320040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HTTP Method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Route Path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Input Body / Query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Program Handler Action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POST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/api/auth/register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{ name, email, password }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Validates duplicate email &amp; creates user record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POST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/api/auth/login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{ email, password }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Verifies credentials &amp; returns session token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GET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/api/destinations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?search=..&amp;category=..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Filters destinations dataset using query string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POST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/api/budget-calculator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{ destinationId, days, .. }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Executes cost calculation algorithm &amp; saves trip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POST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/api/inquiries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{ name, email, packageTitle }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Saves package inquiry to database.json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GET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/api/dashboard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None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Aggregates overall statistics, saved trips &amp; inquiries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8CAE4"/>
                </a:solidFill>
              </a:rPr>
              <a:t>05. FRONTEND COMPONENTS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 19 Component Architecture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607040" cy="868680"/>
          </a:xfrm>
          <a:prstGeom prst="rect">
            <a:avLst/>
          </a:prstGeom>
          <a:solidFill>
            <a:srgbClr val="1C2541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6002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8CA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&lt;App /&gt;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749040" y="16002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2B788"/>
                </a:solidFill>
              </a:rPr>
              <a:t>Main App Shell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217920" y="160020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Handles React Router routes, global glowing backgrounds &amp; navbar footer wrapper.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31520" y="2423160"/>
            <a:ext cx="10607040" cy="868680"/>
          </a:xfrm>
          <a:prstGeom prst="rect">
            <a:avLst/>
          </a:prstGeom>
          <a:solidFill>
            <a:srgbClr val="1C2541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2560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8CA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&lt;Navbar /&gt;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749040" y="25603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2B788"/>
                </a:solidFill>
              </a:rPr>
              <a:t>Navigation &amp; Theme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217920" y="256032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Tracks user auth login state, theme toggle (Light/Dark) &amp; mobile navigation drawer.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3383280"/>
            <a:ext cx="10607040" cy="868680"/>
          </a:xfrm>
          <a:prstGeom prst="rect">
            <a:avLst/>
          </a:prstGeom>
          <a:solidFill>
            <a:srgbClr val="1C2541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35204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8CA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&lt;BudgetPlanner /&gt;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749040" y="35204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2B788"/>
                </a:solidFill>
              </a:rPr>
              <a:t>Estimator UI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217920" y="352044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Multi-step preference selectors, instant server POST triggers &amp; itemized breakdown graphs.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1520" y="4343400"/>
            <a:ext cx="10607040" cy="868680"/>
          </a:xfrm>
          <a:prstGeom prst="rect">
            <a:avLst/>
          </a:prstGeom>
          <a:solidFill>
            <a:srgbClr val="1C2541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44805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8CA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&lt;Destinations /&gt;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749040" y="44805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2B788"/>
                </a:solidFill>
              </a:rPr>
              <a:t>Spot Explorer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217920" y="448056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Dynamic search input bar, category filter buttons &amp; destination card grid.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1520" y="5303520"/>
            <a:ext cx="10607040" cy="868680"/>
          </a:xfrm>
          <a:prstGeom prst="rect">
            <a:avLst/>
          </a:prstGeom>
          <a:solidFill>
            <a:srgbClr val="1C2541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54406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8CA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&lt;Dashboard /&gt;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749040" y="54406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2B788"/>
                </a:solidFill>
              </a:rPr>
              <a:t>User Analytics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217920" y="544068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Summary metric cards, history of calculated trips &amp; active package booking statuses.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8CAE4"/>
                </a:solidFill>
              </a:rPr>
              <a:t>06. DEPLOYMENT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Program Execution Commands &amp; Verification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607040" cy="2011680"/>
          </a:xfrm>
          <a:prstGeom prst="rect">
            <a:avLst/>
          </a:prstGeom>
          <a:solidFill>
            <a:srgbClr val="1C2541"/>
          </a:solidFill>
          <a:ln w="19050">
            <a:solidFill>
              <a:srgbClr val="52B7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6459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2B788"/>
                </a:solidFill>
              </a:rPr>
              <a:t>Start Program Commands: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01168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Start Backend Express API Server: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npm run server   (Runs on http://localhost:5000)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Start Frontend Vite Development Server: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npm run dev      (Runs on http://localhost:5173)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Build Production Bundle: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npm run build    (Compiles dist/ bundle serving full-stack app on port 5000)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3749040"/>
            <a:ext cx="10607040" cy="2194560"/>
          </a:xfrm>
          <a:prstGeom prst="rect">
            <a:avLst/>
          </a:prstGeom>
          <a:solidFill>
            <a:srgbClr val="1C2541"/>
          </a:solidFill>
          <a:ln w="19050">
            <a:solidFill>
              <a:srgbClr val="48CA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39319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8CAE4"/>
                </a:solidFill>
              </a:rPr>
              <a:t>Verification Metrics: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05840" y="438912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✔ 0 OxLint Errors / Warnings across 23 program files.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✔ High-speed Vite compilation in under 450ms.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✔ Single-port static asset serving with fallback routing.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8CAE4"/>
                </a:solidFill>
              </a:rPr>
              <a:t>07. CONCLUSION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Program Summary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607040" cy="4572000"/>
          </a:xfrm>
          <a:prstGeom prst="rect">
            <a:avLst/>
          </a:prstGeom>
          <a:solidFill>
            <a:srgbClr val="1C2541"/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173736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B4D8"/>
                </a:solidFill>
              </a:rPr>
              <a:t>Program Summary: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2286000"/>
            <a:ext cx="98755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F8FAFC"/>
                </a:solidFill>
              </a:rPr>
              <a:t>The Budget Travel Tourism Program provides a robust, scalable, and responsive full-stack platform.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F8FAFC"/>
                </a:solidFill>
              </a:rPr>
              <a:t>Key Program Takeaways: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F8FAFC"/>
                </a:solidFill>
              </a:rPr>
              <a:t>• Algorithmic trip cost calculations with custom multiplier logic.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F8FAFC"/>
                </a:solidFill>
              </a:rPr>
              <a:t>• Express 5 REST API integration with atomic database file persistence.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F8FAFC"/>
                </a:solidFill>
              </a:rPr>
              <a:t>• Glassmorphic React 19 single page application.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F8FAFC"/>
                </a:solidFill>
              </a:rPr>
              <a:t>• Comprehensive user dashboard for tracking trip history and package inquiries.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Budget Travel Tourism System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Budget Travel Tourism Program - Technical Presentation</dc:title>
  <dc:subject>PptxGenJS Presentation</dc:subject>
  <dc:creator>Budget Travel Tourism Project Team</dc:creator>
  <cp:lastModifiedBy>Budget Travel Tourism Project Team</cp:lastModifiedBy>
  <cp:revision>1</cp:revision>
  <dcterms:created xsi:type="dcterms:W3CDTF">2026-07-24T08:22:02Z</dcterms:created>
  <dcterms:modified xsi:type="dcterms:W3CDTF">2026-07-24T08:22:02Z</dcterms:modified>
</cp:coreProperties>
</file>