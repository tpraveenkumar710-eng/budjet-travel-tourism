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ExploreBharat — Full-Stack Capstone Presentation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EXPLOREBHARAT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Full-Stack Web Platform &amp; Real-Time Budget Estimator Engine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React 19 • Vite 8 • Node.js • Express 5 • REST API • JSON Database Engine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5029200"/>
            <a:ext cx="10698480" cy="45720"/>
          </a:xfrm>
          <a:prstGeom prst="rect">
            <a:avLst/>
          </a:prstGeom>
          <a:solidFill>
            <a:srgbClr val="6366F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01. MOTIVATION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 &amp; Solutions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E293B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</a:rPr>
              <a:t>The Challenges in Tourism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Unpredictable Travel Costs: Hidden expenses in lodging, food, and local transit.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Commercial Package Bias: Traditional portals push expensive tours without price transparency.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Static Information: Travel blogs fail to dynamically adjust costs based on group size or preferences.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solidFill>
            <a:srgbClr val="1E293B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</a:rPr>
              <a:t>The ExploreBharat Solution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Budget Estimator: Algorithmic calculation based on stay comfort, transit mode, and dining.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Verified Pocket Packages: Tailored itineraries for student backpackers, couples, and families.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Full-Stack Persistence: Real-time database storage for user trip estimates and package inquiries.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02. 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 &amp; Tech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3832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Frontend SPA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3017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React 19 + Vite 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Single Page App routing with React Router v7 and glassmorphism styling.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1828800"/>
            <a:ext cx="33832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21031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Express REST Server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0" y="2743200"/>
            <a:ext cx="3017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Node.js + Express 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REST API server handling auth, destinations, calculations, and inquiries.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33832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21031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JSON Database Engine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0" y="2743200"/>
            <a:ext cx="3017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Custom DB Engine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Atomic file-backed persistence in database.json with auto-seeding.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03. MATHEMATICAL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Budget Calculation Algorithm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60704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</a:rPr>
              <a:t>Core Budget Formula: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194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(A_base * C_a * roomCount * d) + (F_base * C_f * N * d) + (T_base * C_t * N * d) + (S_base * N * d)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108960"/>
            <a:ext cx="3383280" cy="2926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291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</a:rPr>
              <a:t>Accommodation (C_a)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749040"/>
            <a:ext cx="3017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Backpacker: 1.0x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Cozy Hotel: 2.0x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Premium Resort: 4.0x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3108960"/>
            <a:ext cx="3383280" cy="2926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3291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</a:rPr>
              <a:t>Dining Style (C_f)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3749040"/>
            <a:ext cx="3017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Local Food: 1.0x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Casual Dining: 1.8x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Premium Cafe: 3.5x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3108960"/>
            <a:ext cx="3383280" cy="2926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3291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</a:rPr>
              <a:t>Local Transit (C_t)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0" y="3749040"/>
            <a:ext cx="3017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Public Transit: 0.5x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Standard Rental: 1.0x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Private Cab: 3.0x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04. API SPECIFICATIONS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REST API Endpoints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070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560320"/>
                <a:gridCol w="420624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</a:rPr>
                        <a:t>Method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</a:rPr>
                        <a:t>Endpoint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</a:rPr>
                        <a:t>Database Action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/api/health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Server health status check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None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/api/auth/login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User authentication &amp; session token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Read users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/api/destinations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Fetch destinations (search/category filter)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Read destinations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/api/budget-calculator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Compute &amp; save trip calculation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Append savedTrips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/api/inquiries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Save travel package inquiry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Append inquiries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/api/reviews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Fetch traveler reviews &amp; ratings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Read reviews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/api/dashboard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Return user analytics &amp; saved history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Aggregate data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05. USER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 Design System &amp; Key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Design Aesthetics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Glassmorphism Design: Translucent glass cards, backdrop blur, and modern HSL color tokens.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Micro-Animations: Floating hero banners, pulsing badges, and smooth state updates.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Responsive Grid Layout: Adaptable mobile drawer and desktop navigation.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84FC"/>
                </a:solidFill>
              </a:rPr>
              <a:t>Application Features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Smart Budget Planner: Itemized cost breakdown for stay, dining, transit, and entry passes.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User Control Center: Dashboard showing saved trip calculations and package inquiries.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Custom Generated Media: AI generated assets for top spots (Udaipur, Hampi, Shimla).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06. VERIFICATION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Standards &amp; Benchmarks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383280" cy="3657600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774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4D399"/>
                </a:solidFill>
              </a:rPr>
              <a:t>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Lint Warnings / Errors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023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Clean OxLint Audit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2011680"/>
            <a:ext cx="3383280" cy="3657600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3774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4D399"/>
                </a:solidFill>
              </a:rPr>
              <a:t>&lt;450ms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572000" y="3474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Vite Build Time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4023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Lightning Fast HMR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2011680"/>
            <a:ext cx="3383280" cy="3657600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3774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4D399"/>
                </a:solidFill>
              </a:rPr>
              <a:t>100%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8229600" y="3474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API Endpoint Success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0" y="4023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Robust Error Fallbacks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07.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Future Scope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Payment Gateway Integration: Razorpay / UPI simulation for instant package bookings.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AI-Powered Itinerary Generator: Automated day-by-day sightseeing schedules based on budget.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Live Weather API: Real-time climate forecasts and seasonal recommendations.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solidFill>
            <a:srgbClr val="1E293B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66F1"/>
                </a:solidFill>
              </a:rPr>
              <a:t>Project Conclusion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ExploreBharat delivers a complete, production-ready full-stack solution for budget travel in India.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By combining algorithmic budget precision with modern glassmorphic UI design and Express REST database persistence, it empowers smart and accessible tourism across the country.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ExploreBharat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ExploreBharat - Full-Stack Budget Travel Platform</dc:title>
  <dc:subject>PptxGenJS Presentation</dc:subject>
  <dc:creator>ExploreBharat Development Team</dc:creator>
  <cp:lastModifiedBy>ExploreBharat Development Team</cp:lastModifiedBy>
  <cp:revision>1</cp:revision>
  <dcterms:created xsi:type="dcterms:W3CDTF">2026-07-22T13:45:13Z</dcterms:created>
  <dcterms:modified xsi:type="dcterms:W3CDTF">2026-07-22T13:45:13Z</dcterms:modified>
</cp:coreProperties>
</file>